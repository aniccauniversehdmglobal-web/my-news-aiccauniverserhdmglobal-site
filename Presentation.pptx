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FF0AD-83F6-F650-C896-6AB26868E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C9E869-49CD-5A82-6B56-1C5FEC72E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74741-FB68-8B16-BF78-6D8C53454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D198-2FB7-3B41-9305-2B84A25585BC}" type="datetimeFigureOut">
              <a:rPr lang="en-US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DC31C-11BE-847B-E9C4-871745F4A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84560-606F-0D51-E700-77384827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63CF-C9D4-C94B-851D-9383ABF3753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01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D20F5-C2E2-CE36-9190-253D29E2B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714A1-7173-D981-4EBC-41FEDB4E6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7F37D-6C48-7F98-38C1-DEAF02D0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D198-2FB7-3B41-9305-2B84A25585BC}" type="datetimeFigureOut">
              <a:rPr lang="en-US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BEB39-7431-58D3-A7E7-98E34605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AC952-1AED-108E-F661-FECDD057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63CF-C9D4-C94B-851D-9383ABF3753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55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26CEC-53BB-AD02-F515-231D44FBE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43A17-AA6D-3985-D09D-D33709284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6007B-BD13-377C-C02E-C459193A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D198-2FB7-3B41-9305-2B84A25585BC}" type="datetimeFigureOut">
              <a:rPr lang="en-US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D7751-C789-96E4-888F-ACA2DA836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F1F9B-1908-C1E4-01FB-C0E8D09F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63CF-C9D4-C94B-851D-9383ABF3753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05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6B23-76A4-1E38-70EC-4F7B1446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C1E05-1F13-ECFF-7D37-298B7A261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8EB14-9122-AEEC-CF11-BAAC1CA32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DB031-41CF-BCB6-2220-FCBD61493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D198-2FB7-3B41-9305-2B84A25585BC}" type="datetimeFigureOut">
              <a:rPr lang="en-US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B0D99-8F67-B972-12A2-150A2FF9C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42D63-8B49-1E57-18FC-6E45630F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63CF-C9D4-C94B-851D-9383ABF3753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43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173B2-B81F-85AD-B375-2F40F7BE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E0B6-3AE0-CF7D-87EE-6AA71A879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81870-D64E-39CD-C64B-335C60553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3C0696-9A65-6C57-3953-2DBD41B68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B891D8-09DF-8E2B-FBCB-43A42D84F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D45FB5-8D39-86FE-D33A-D99B4AC0D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D198-2FB7-3B41-9305-2B84A25585BC}" type="datetimeFigureOut">
              <a:rPr lang="en-US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FC517D-B3D2-F33A-04A3-205970F2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E1DFB0-39D0-238A-A3C9-B8410733A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63CF-C9D4-C94B-851D-9383ABF3753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4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C0509-6C0A-680B-FAF5-F97BF975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563B5-78B0-7610-4336-170CC034C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D198-2FB7-3B41-9305-2B84A25585BC}" type="datetimeFigureOut">
              <a:rPr lang="en-US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A5F442-C0EA-FE93-EA94-98D865038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6B8C8-022D-CCF3-7C3C-04AD02AA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63CF-C9D4-C94B-851D-9383ABF3753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00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8AEAAF-9DCB-A5C7-AD38-28F2377C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D198-2FB7-3B41-9305-2B84A25585BC}" type="datetimeFigureOut">
              <a:rPr lang="en-US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184C6A-5462-E7EB-69A0-361E901F7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EAA9C-9543-37D8-9D3B-3A15F013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63CF-C9D4-C94B-851D-9383ABF3753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73739-3608-BC03-DEE5-AF53C868E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55DF8-8F7A-2AB3-DEC9-13E8E4365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7A61F-5CBC-F50C-1836-2DCCF9211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F72FA-A199-AC25-7F2C-C6F9D9951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D198-2FB7-3B41-9305-2B84A25585BC}" type="datetimeFigureOut">
              <a:rPr lang="en-US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C4DD6-5CBD-8F6D-9C87-17AA91F3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1EAB0-E94D-92BB-855F-A26CEE19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63CF-C9D4-C94B-851D-9383ABF3753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4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868A6-2389-A4C6-B355-DA6953B7E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8D2FAD-C436-1666-D794-BB3CB0E9F7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F7C5A-0AFD-176B-AF74-0E9FFA6C7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EACBF-373D-4074-BBAB-54798BD5A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D198-2FB7-3B41-9305-2B84A25585BC}" type="datetimeFigureOut">
              <a:rPr lang="en-US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16FB8-E153-FBDF-7866-10F9BC44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AB3C3-BCB0-6673-8450-D5FDCE2A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63CF-C9D4-C94B-851D-9383ABF3753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6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DB48-7ECC-9FD6-40F7-BDAC3214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5E7C7-4F0A-D6CE-DB77-C7F0CE419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0CBEF-ADBD-37AB-539D-77D1E7F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D198-2FB7-3B41-9305-2B84A25585BC}" type="datetimeFigureOut">
              <a:rPr lang="en-US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8CDCF-500B-D542-18B0-CF7836EFA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FC5A6-2173-9900-2FCB-08BF5488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63CF-C9D4-C94B-851D-9383ABF3753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12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D20955-6C20-3E8B-DA58-C50C8D1A74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3972C-9CE3-3F23-8518-67E236A58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E3A61-4D59-457A-00D3-E6ED3D70F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D198-2FB7-3B41-9305-2B84A25585BC}" type="datetimeFigureOut">
              <a:rPr lang="en-US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E0AAA-1227-6D0C-2FA1-B99E89B95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B8F4D-805F-7455-2E1A-B3BDA67A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63CF-C9D4-C94B-851D-9383ABF3753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3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037952-4E4B-4729-53AD-27018004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BC4DB-DAEC-922E-E7C3-BAE095129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8576B-53D3-21F3-0CA0-0EC2B81FBD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CD198-2FB7-3B41-9305-2B84A25585BC}" type="datetimeFigureOut">
              <a:rPr lang="en-US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426B3-88CC-826E-5857-D7AE79ECD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BF9C4-5D76-99A7-1D14-F7A3AC8AD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463CF-C9D4-C94B-851D-9383ABF3753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0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D9DB8-F5FD-37BA-64C0-F81D5A64B2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8CAF0-3C0A-11F3-CB1E-161C0B32D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FE4D-39A1-7A64-34E9-078782A4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6B3F-479D-216F-B53D-32A4306ED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32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AniccaUniverse HdmGlobal</dc:creator>
  <cp:lastModifiedBy>AniccaUniverse HdmGlobal</cp:lastModifiedBy>
  <cp:revision>2</cp:revision>
  <dcterms:created xsi:type="dcterms:W3CDTF">2026-03-09T16:45:26Z</dcterms:created>
  <dcterms:modified xsi:type="dcterms:W3CDTF">2026-03-09T23:39:33Z</dcterms:modified>
</cp:coreProperties>
</file>